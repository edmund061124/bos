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 Landing Page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网站全文文案整理 · 中英对照 · 可逐条单独修改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E9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每张幻灯片对应网站的一个板块，每条文字都是独立文本框（标签 / 英文原文 / 中文含义），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E9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直接在 PowerPoint 里点击对应文本框修改即可，互不影响其它条目。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导航栏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— id="siteNav"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品牌全称文字（Wordmark）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Operating System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中文：商业运营系统（品牌全称，配合左侧字母标 Logo 一起显示）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17674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导航链接 1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中文：服务（锚点跳转到"服务/能力"板块）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63747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导航链接 2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中文：流程（锚点跳转到"我们的工作方式"板块）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509821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导航链接 3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中文：联系（锚点跳转到"联系"板块）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555894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CTA 按钮（桌面/移动端各一处，文案相同）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us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中文：联系我们（点击弹出联系方式选择弹窗）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首屏 Hero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 — id="top"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小标签（Eyebrow）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Malaysia · Custom-Built Digital Systems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中文：马来西亚 · 定制化数字系统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3328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品牌全称（Hero 内，Logo 下方）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Operating System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中文：商业运营系统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15056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主标题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simplify complex business operations through digital systems.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中文：我们通过数字系统，简化复杂的企业运营。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986784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副标题说明文字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 designs and builds custom digital systems — websites, software and business platforms — for companies across Malaysia, engineered as one connected operating layer instead of another disconnected tool.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中文：BOS 为马来西亚各地企业设计并打造定制化数字系统——网站、软件与业务平台，将其构建为一个互相连接的"运营层"，而不是又一个孤立的工具。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858512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主按钮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us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中文：联系我们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730240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文字链接（带向下箭头，滚动到服务板块）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capabilities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中文：查看我们的能力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服务/能力板块 — 总览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— id="services"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小标签（Eyebrow）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Capabilities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中文：能力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56816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板块标题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digital operating layer for modern businesses.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中文：为现代企业打造统一的数字运营层。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板块说明文字（Lead）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capabilities, engineered and delivered as a single connected system — not five separate vendors stitched together.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中文：五项能力，作为一个互联整体系统交付——而不是拼凑五家不同供应商的产物。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 5 张幻灯片分别是 01–05 每一项服务的详细文案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③-01 服务：网站开发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01 — Website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服务标题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 Development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中文：网站开发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服务说明文字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 sites, brand websites, e-commerce and custom-built web platforms, engineered around how your business actually operates.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中文：企业官网、品牌网站、电商及定制化网页平台，围绕企业实际运营方式打造。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标签列表（Tag List）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 Sites / Brand Websites / E-Commerce / Custom Web Platforms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中文：企业官网 / 品牌网站 / 电商 / 定制网页平台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③-02 服务：软件开发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02 — Software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服务标题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Development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中文：软件开发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服务说明文字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software, enterprise applications, web apps and mobile apps, built to fit the exact shape of your operations.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中文：定制软件、企业应用、网页应用与移动应用，完全贴合企业运营需求打造。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标签列表（Tag List）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Software / Enterprise Apps / Web Apps / Mobile Apps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中文：定制软件 / 企业应用 / 网页应用 / 移动应用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③-03 服务：业务系统开发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03 — Business System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服务标题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System Development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中文：业务系统开发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服务说明文字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CRM, ERP, order and inventory management, membership platforms and admin backends that run the core of your business.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中文：CRM 客户关系管理、ERP 企业资源计划、订单与库存管理、会员平台及后台管理系统，支撑企业核心运营。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标签列表（Tag List）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CRM / ERP / Inventory &amp; Orders / Admin Backends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中文：客户关系管理 / 企业资源计划 / 库存与订单 / 后台管理系统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③-04 服务：工作流程与自动化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 — Workflow &amp; Automation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服务标题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&amp; Automation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中文：工作流程与自动化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服务说明文字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flows, business process automation, API integrations and AI-driven automation that remove manual, repetitive work.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中文：审批流程、业务流程自动化、API 接口集成及 AI 驱动的自动化，消除人工重复性工作。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标签列表（Tag List）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Automation / Approvals / API Integration / AI Automation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中文：流程自动化 / 审批流程 / API 集成 / AI 自动化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③-05 服务：数字化转型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05 — Digital Transformation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服务标题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Transformation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中文：数字化转型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服务说明文字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upgrades, system integration and process optimisation that modernise how your business runs, end to end.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中文：数字化升级、系统整合与流程优化，全方位革新企业运营方式。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1094415" cy="74980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标签列表（Tag List）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Integration / Process Optimisation / Digital Upgrade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中文：系统整合 / 流程优化 / 数字化升级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流程板块 — 总览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— id="process"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小标签（Eyebrow）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中文：流程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56816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板块标题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work.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中文：我们的工作方式。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板块说明文字（Lead）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straightforward path from first conversation to a system that runs your operations.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中文：从首次沟通到系统正式运营，路径清晰直接。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流程三步骤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STEPS 01–03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01 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中文：探索/需求发掘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3328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01 说明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study your operations, goals and constraints — understanding the real problem before designing a single screen.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中文：我们研究您的业务运营、目标与限制条件——在设计任何界面之前，先理解真正的问题。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15056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02 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&amp; Build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中文：设计与开发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986784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02 说明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architect and build your system — website, software or workflow — around how your business actually runs.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中文：我们围绕企业实际运营方式，架构并开发您的系统——无论是网站、软件还是工作流程。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858512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03 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&amp; Improve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中文：上线与持续优化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730240"/>
            <a:ext cx="11094415" cy="762000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03 说明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deploy, support and continuously refine your system as your business and operations grow.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中文：我们负责部署、支持，并随着企业与业务的增长持续优化系统。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联系板块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— id="contact"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装饰性代码片段（纯视觉设计，非正式文案）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/contact { "channel": "your choice" }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中文：（装饰性代码水印，模拟"POST 请求 /contact 接口，参数为您选择的联系渠道"，纯背景设计元素，无需特别修改）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17674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小标签（Eyebrow）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中文：联系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63747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板块标题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build your system.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中文：让我们一起打造您的系统。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509821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板块说明文字（Lead）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in Malaysia. Every engagement is scoped and custom-built around your business — from a single workflow to a full operating system.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中文：立足马来西亚。每个项目都会根据您的业务量身定制范围——从单一工作流程到完整的运营系统。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555894"/>
            <a:ext cx="11094415" cy="93634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us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中文：联系我们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页脚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品牌文字（Logo 旁）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Operating System (BOS)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中文：商业运营系统（BOS）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56816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版权声明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2026 Business Operating System (BOS). All rights reserved.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中文：© 2026 商业运营系统（BOS）。保留所有权利。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11094415" cy="47548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Policy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中文：隐私政策（目前是占位链接 "#"，尚未指向真实页面）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联系方式选择弹窗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CHANNEL DIALOG（点击"Contact us"后弹出）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小标签（Eyebrow）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BOS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中文：联系 BOS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25396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弹窗标题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how you'd like to reach us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中文：选择您希望联系我们的方式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1 — 标签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Facebook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中文：Facebook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32988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1 — 提示文字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us on Facebook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中文：通过 Facebook 给我们留言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86784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2 — 标签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Instagram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中文：Instagram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640580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2 — 提示文字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us on Instagram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中文：通过 Instagram 给我们留言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294376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3 — 标签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中文：WhatsApp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948172"/>
            <a:ext cx="11094415" cy="544068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 3 — 提示文字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with us on WhatsApp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中文：通过 WhatsApp 与我们聊天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网页元信息（SEO，不在页面上直接可见）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META — &lt;title&gt; / &lt;meta description&gt;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441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6809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浏览器标签页标题（&lt;title&gt;）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 — Business Operating System | Digital Systems for Malaysian Businesses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中文：BOS——商业运营系统 | 面向马来西亚企业的数字系统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9424"/>
            <a:ext cx="11094415" cy="768096"/>
          </a:xfrm>
          <a:prstGeom prst="rect">
            <a:avLst/>
          </a:prstGeom>
          <a:solidFill>
            <a:srgbClr val="FAFAF9"/>
          </a:solidFill>
          <a:ln w="9525">
            <a:solidFill>
              <a:srgbClr val="ECECEA"/>
            </a:solidFill>
          </a:ln>
        </p:spPr>
        <p:txBody>
          <a:bodyPr wrap="square" lIns="76200" tIns="127000" rIns="127000" bIns="50800" rtlCol="0" anchor="t">
            <a:normAutofit/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5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搜索引擎摘要描述（&lt;meta name="description"&gt;）
</a:t>
            </a:r>
            <a:pPr indent="0" marL="0">
              <a:buNone/>
            </a:pPr>
            <a:r>
              <a:rPr lang="en-US" sz="1300" dirty="0">
                <a:solidFill>
                  <a:srgbClr val="111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 (Business Operating System) builds custom websites, software and business systems that simplify complex operations for businesses across Malaysia.
</a:t>
            </a:r>
            <a:endParaRPr lang="en-US" sz="11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中文：BOS（商业运营系统）为马来西亚各地企业打造定制化网站、软件与业务系统，简化复杂运营。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2026-08-08T03:13:20Z</dcterms:created>
  <dcterms:modified xsi:type="dcterms:W3CDTF">2026-08-08T03:13:20Z</dcterms:modified>
</cp:coreProperties>
</file>